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58" r:id="rId5"/>
    <p:sldId id="262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B2219B-5523-433E-9337-8EAD11162B6F}" v="68" dt="2026-04-20T04:31:35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>
        <p:scale>
          <a:sx n="75" d="100"/>
          <a:sy n="75" d="100"/>
        </p:scale>
        <p:origin x="53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 Sally" userId="473b0f002d50382a" providerId="LiveId" clId="{9E706AA5-1CD6-43D6-BB6E-31C948A0283D}"/>
    <pc:docChg chg="undo custSel addSld delSld modSld">
      <pc:chgData name="Nicholas Sally" userId="473b0f002d50382a" providerId="LiveId" clId="{9E706AA5-1CD6-43D6-BB6E-31C948A0283D}" dt="2026-04-20T05:36:58.908" v="10660" actId="313"/>
      <pc:docMkLst>
        <pc:docMk/>
      </pc:docMkLst>
      <pc:sldChg chg="modSp mod">
        <pc:chgData name="Nicholas Sally" userId="473b0f002d50382a" providerId="LiveId" clId="{9E706AA5-1CD6-43D6-BB6E-31C948A0283D}" dt="2026-04-20T03:42:16.011" v="9164" actId="20577"/>
        <pc:sldMkLst>
          <pc:docMk/>
          <pc:sldMk cId="1478541574" sldId="256"/>
        </pc:sldMkLst>
        <pc:spChg chg="mod">
          <ac:chgData name="Nicholas Sally" userId="473b0f002d50382a" providerId="LiveId" clId="{9E706AA5-1CD6-43D6-BB6E-31C948A0283D}" dt="2026-04-20T03:42:05.172" v="9132" actId="20577"/>
          <ac:spMkLst>
            <pc:docMk/>
            <pc:sldMk cId="1478541574" sldId="256"/>
            <ac:spMk id="2" creationId="{43FED303-88A3-8636-3C1F-F9AABFEA287D}"/>
          </ac:spMkLst>
        </pc:spChg>
        <pc:spChg chg="mod">
          <ac:chgData name="Nicholas Sally" userId="473b0f002d50382a" providerId="LiveId" clId="{9E706AA5-1CD6-43D6-BB6E-31C948A0283D}" dt="2026-04-20T03:42:16.011" v="9164" actId="20577"/>
          <ac:spMkLst>
            <pc:docMk/>
            <pc:sldMk cId="1478541574" sldId="256"/>
            <ac:spMk id="3" creationId="{C6DA7624-32A5-638B-7F94-E0E71305B311}"/>
          </ac:spMkLst>
        </pc:spChg>
      </pc:sldChg>
      <pc:sldChg chg="addSp delSp modSp new mod">
        <pc:chgData name="Nicholas Sally" userId="473b0f002d50382a" providerId="LiveId" clId="{9E706AA5-1CD6-43D6-BB6E-31C948A0283D}" dt="2026-04-06T00:11:47.009" v="1686" actId="20577"/>
        <pc:sldMkLst>
          <pc:docMk/>
          <pc:sldMk cId="1614506953" sldId="257"/>
        </pc:sldMkLst>
        <pc:spChg chg="mod">
          <ac:chgData name="Nicholas Sally" userId="473b0f002d50382a" providerId="LiveId" clId="{9E706AA5-1CD6-43D6-BB6E-31C948A0283D}" dt="2026-04-06T00:11:47.009" v="1686" actId="20577"/>
          <ac:spMkLst>
            <pc:docMk/>
            <pc:sldMk cId="1614506953" sldId="257"/>
            <ac:spMk id="2" creationId="{E98A5464-C584-BA33-77E9-2E9DEF3F45D6}"/>
          </ac:spMkLst>
        </pc:spChg>
        <pc:graphicFrameChg chg="add mod modGraphic">
          <ac:chgData name="Nicholas Sally" userId="473b0f002d50382a" providerId="LiveId" clId="{9E706AA5-1CD6-43D6-BB6E-31C948A0283D}" dt="2026-04-05T23:53:44.802" v="1124" actId="122"/>
          <ac:graphicFrameMkLst>
            <pc:docMk/>
            <pc:sldMk cId="1614506953" sldId="257"/>
            <ac:graphicFrameMk id="10" creationId="{7C00DDA3-AF1B-3088-8010-DCB13ABDC1B7}"/>
          </ac:graphicFrameMkLst>
        </pc:graphicFrameChg>
      </pc:sldChg>
      <pc:sldChg chg="modSp new mod">
        <pc:chgData name="Nicholas Sally" userId="473b0f002d50382a" providerId="LiveId" clId="{9E706AA5-1CD6-43D6-BB6E-31C948A0283D}" dt="2026-04-06T00:18:57.339" v="2372" actId="113"/>
        <pc:sldMkLst>
          <pc:docMk/>
          <pc:sldMk cId="1280085162" sldId="258"/>
        </pc:sldMkLst>
        <pc:spChg chg="mod">
          <ac:chgData name="Nicholas Sally" userId="473b0f002d50382a" providerId="LiveId" clId="{9E706AA5-1CD6-43D6-BB6E-31C948A0283D}" dt="2026-04-06T00:11:32.690" v="1667" actId="20577"/>
          <ac:spMkLst>
            <pc:docMk/>
            <pc:sldMk cId="1280085162" sldId="258"/>
            <ac:spMk id="2" creationId="{B3B2CDC9-CBCF-9BAF-2BDF-D20A08EAD805}"/>
          </ac:spMkLst>
        </pc:spChg>
        <pc:spChg chg="mod">
          <ac:chgData name="Nicholas Sally" userId="473b0f002d50382a" providerId="LiveId" clId="{9E706AA5-1CD6-43D6-BB6E-31C948A0283D}" dt="2026-04-06T00:18:57.339" v="2372" actId="113"/>
          <ac:spMkLst>
            <pc:docMk/>
            <pc:sldMk cId="1280085162" sldId="258"/>
            <ac:spMk id="3" creationId="{FE8938CF-E6B6-3F8C-E6AD-C5FB8E61382D}"/>
          </ac:spMkLst>
        </pc:spChg>
      </pc:sldChg>
      <pc:sldChg chg="addSp delSp modSp new mod modClrScheme chgLayout">
        <pc:chgData name="Nicholas Sally" userId="473b0f002d50382a" providerId="LiveId" clId="{9E706AA5-1CD6-43D6-BB6E-31C948A0283D}" dt="2026-04-15T01:41:10.172" v="3844" actId="20577"/>
        <pc:sldMkLst>
          <pc:docMk/>
          <pc:sldMk cId="3041417227" sldId="259"/>
        </pc:sldMkLst>
        <pc:spChg chg="add mod ord">
          <ac:chgData name="Nicholas Sally" userId="473b0f002d50382a" providerId="LiveId" clId="{9E706AA5-1CD6-43D6-BB6E-31C948A0283D}" dt="2026-04-15T01:31:21.204" v="2735" actId="20577"/>
          <ac:spMkLst>
            <pc:docMk/>
            <pc:sldMk cId="3041417227" sldId="259"/>
            <ac:spMk id="4" creationId="{EC6F90B8-2F40-08C2-07A4-60453B4AB481}"/>
          </ac:spMkLst>
        </pc:spChg>
        <pc:spChg chg="add mod ord">
          <ac:chgData name="Nicholas Sally" userId="473b0f002d50382a" providerId="LiveId" clId="{9E706AA5-1CD6-43D6-BB6E-31C948A0283D}" dt="2026-04-15T01:41:10.172" v="3844" actId="20577"/>
          <ac:spMkLst>
            <pc:docMk/>
            <pc:sldMk cId="3041417227" sldId="259"/>
            <ac:spMk id="6" creationId="{4F2ED500-09BF-A009-4820-B4864774D506}"/>
          </ac:spMkLst>
        </pc:spChg>
        <pc:picChg chg="add mod ord">
          <ac:chgData name="Nicholas Sally" userId="473b0f002d50382a" providerId="LiveId" clId="{9E706AA5-1CD6-43D6-BB6E-31C948A0283D}" dt="2026-04-15T00:31:38.048" v="2377" actId="22"/>
          <ac:picMkLst>
            <pc:docMk/>
            <pc:sldMk cId="3041417227" sldId="259"/>
            <ac:picMk id="12" creationId="{47AEF1C3-3066-F982-0574-1AF12E0E529F}"/>
          </ac:picMkLst>
        </pc:picChg>
      </pc:sldChg>
      <pc:sldChg chg="addSp delSp modSp new mod">
        <pc:chgData name="Nicholas Sally" userId="473b0f002d50382a" providerId="LiveId" clId="{9E706AA5-1CD6-43D6-BB6E-31C948A0283D}" dt="2026-04-15T01:44:53.985" v="4026" actId="113"/>
        <pc:sldMkLst>
          <pc:docMk/>
          <pc:sldMk cId="610518904" sldId="260"/>
        </pc:sldMkLst>
        <pc:spChg chg="mod">
          <ac:chgData name="Nicholas Sally" userId="473b0f002d50382a" providerId="LiveId" clId="{9E706AA5-1CD6-43D6-BB6E-31C948A0283D}" dt="2026-04-15T01:35:55.211" v="3438" actId="20577"/>
          <ac:spMkLst>
            <pc:docMk/>
            <pc:sldMk cId="610518904" sldId="260"/>
            <ac:spMk id="2" creationId="{EA65BA80-A480-B986-B092-A64A5F6BE843}"/>
          </ac:spMkLst>
        </pc:spChg>
        <pc:spChg chg="mod">
          <ac:chgData name="Nicholas Sally" userId="473b0f002d50382a" providerId="LiveId" clId="{9E706AA5-1CD6-43D6-BB6E-31C948A0283D}" dt="2026-04-15T01:44:53.985" v="4026" actId="113"/>
          <ac:spMkLst>
            <pc:docMk/>
            <pc:sldMk cId="610518904" sldId="260"/>
            <ac:spMk id="4" creationId="{E7044681-D679-E567-AB33-6594DE82F392}"/>
          </ac:spMkLst>
        </pc:spChg>
        <pc:picChg chg="add mod ord">
          <ac:chgData name="Nicholas Sally" userId="473b0f002d50382a" providerId="LiveId" clId="{9E706AA5-1CD6-43D6-BB6E-31C948A0283D}" dt="2026-04-15T00:36:34.800" v="2379" actId="22"/>
          <ac:picMkLst>
            <pc:docMk/>
            <pc:sldMk cId="610518904" sldId="260"/>
            <ac:picMk id="6" creationId="{ED2D34D4-ABDA-DDA9-66FD-38111BB9BD3E}"/>
          </ac:picMkLst>
        </pc:picChg>
      </pc:sldChg>
      <pc:sldChg chg="addSp delSp modSp new mod">
        <pc:chgData name="Nicholas Sally" userId="473b0f002d50382a" providerId="LiveId" clId="{9E706AA5-1CD6-43D6-BB6E-31C948A0283D}" dt="2026-04-15T01:30:53.260" v="2706" actId="20577"/>
        <pc:sldMkLst>
          <pc:docMk/>
          <pc:sldMk cId="347762867" sldId="262"/>
        </pc:sldMkLst>
        <pc:spChg chg="mod">
          <ac:chgData name="Nicholas Sally" userId="473b0f002d50382a" providerId="LiveId" clId="{9E706AA5-1CD6-43D6-BB6E-31C948A0283D}" dt="2026-04-15T01:27:15.489" v="2416" actId="20577"/>
          <ac:spMkLst>
            <pc:docMk/>
            <pc:sldMk cId="347762867" sldId="262"/>
            <ac:spMk id="2" creationId="{7B6596F7-74C0-3F9C-4AEA-F9C037D1F577}"/>
          </ac:spMkLst>
        </pc:spChg>
        <pc:spChg chg="mod">
          <ac:chgData name="Nicholas Sally" userId="473b0f002d50382a" providerId="LiveId" clId="{9E706AA5-1CD6-43D6-BB6E-31C948A0283D}" dt="2026-04-15T01:30:53.260" v="2706" actId="20577"/>
          <ac:spMkLst>
            <pc:docMk/>
            <pc:sldMk cId="347762867" sldId="262"/>
            <ac:spMk id="4" creationId="{674F5972-BBCC-2436-D06C-305CE7F5B9F3}"/>
          </ac:spMkLst>
        </pc:spChg>
        <pc:picChg chg="add mod ord">
          <ac:chgData name="Nicholas Sally" userId="473b0f002d50382a" providerId="LiveId" clId="{9E706AA5-1CD6-43D6-BB6E-31C948A0283D}" dt="2026-04-15T01:25:01.383" v="2382" actId="22"/>
          <ac:picMkLst>
            <pc:docMk/>
            <pc:sldMk cId="347762867" sldId="262"/>
            <ac:picMk id="6" creationId="{481B4774-C697-DFDD-6003-43B0AB52763C}"/>
          </ac:picMkLst>
        </pc:picChg>
      </pc:sldChg>
      <pc:sldChg chg="addSp delSp modSp new mod">
        <pc:chgData name="Nicholas Sally" userId="473b0f002d50382a" providerId="LiveId" clId="{9E706AA5-1CD6-43D6-BB6E-31C948A0283D}" dt="2026-04-20T03:51:57.977" v="9217" actId="13926"/>
        <pc:sldMkLst>
          <pc:docMk/>
          <pc:sldMk cId="1250427547" sldId="263"/>
        </pc:sldMkLst>
        <pc:spChg chg="mod">
          <ac:chgData name="Nicholas Sally" userId="473b0f002d50382a" providerId="LiveId" clId="{9E706AA5-1CD6-43D6-BB6E-31C948A0283D}" dt="2026-04-15T02:22:38.748" v="4063" actId="20577"/>
          <ac:spMkLst>
            <pc:docMk/>
            <pc:sldMk cId="1250427547" sldId="263"/>
            <ac:spMk id="2" creationId="{DA1CA9ED-9C04-1AFC-2911-723C477FA30A}"/>
          </ac:spMkLst>
        </pc:spChg>
        <pc:spChg chg="mod">
          <ac:chgData name="Nicholas Sally" userId="473b0f002d50382a" providerId="LiveId" clId="{9E706AA5-1CD6-43D6-BB6E-31C948A0283D}" dt="2026-04-20T03:51:57.977" v="9217" actId="13926"/>
          <ac:spMkLst>
            <pc:docMk/>
            <pc:sldMk cId="1250427547" sldId="263"/>
            <ac:spMk id="4" creationId="{4266ACE8-D5A7-7FAB-4F8C-A998C2331176}"/>
          </ac:spMkLst>
        </pc:spChg>
        <pc:picChg chg="add mod ord">
          <ac:chgData name="Nicholas Sally" userId="473b0f002d50382a" providerId="LiveId" clId="{9E706AA5-1CD6-43D6-BB6E-31C948A0283D}" dt="2026-04-18T23:32:24.257" v="5102" actId="22"/>
          <ac:picMkLst>
            <pc:docMk/>
            <pc:sldMk cId="1250427547" sldId="263"/>
            <ac:picMk id="8" creationId="{6E7C088A-93A5-E8C8-397D-856CFF34230E}"/>
          </ac:picMkLst>
        </pc:picChg>
      </pc:sldChg>
      <pc:sldChg chg="addSp delSp modSp new mod">
        <pc:chgData name="Nicholas Sally" userId="473b0f002d50382a" providerId="LiveId" clId="{9E706AA5-1CD6-43D6-BB6E-31C948A0283D}" dt="2026-04-19T23:41:30.356" v="8738" actId="20577"/>
        <pc:sldMkLst>
          <pc:docMk/>
          <pc:sldMk cId="4103236133" sldId="264"/>
        </pc:sldMkLst>
        <pc:spChg chg="mod">
          <ac:chgData name="Nicholas Sally" userId="473b0f002d50382a" providerId="LiveId" clId="{9E706AA5-1CD6-43D6-BB6E-31C948A0283D}" dt="2026-04-19T23:41:30.356" v="8738" actId="20577"/>
          <ac:spMkLst>
            <pc:docMk/>
            <pc:sldMk cId="4103236133" sldId="264"/>
            <ac:spMk id="2" creationId="{7C86BDB6-A422-FA1F-B86E-0916FC295141}"/>
          </ac:spMkLst>
        </pc:spChg>
        <pc:spChg chg="add del mod">
          <ac:chgData name="Nicholas Sally" userId="473b0f002d50382a" providerId="LiveId" clId="{9E706AA5-1CD6-43D6-BB6E-31C948A0283D}" dt="2026-04-19T00:29:25.180" v="6184" actId="20577"/>
          <ac:spMkLst>
            <pc:docMk/>
            <pc:sldMk cId="4103236133" sldId="264"/>
            <ac:spMk id="4" creationId="{F4B76E84-7764-C0A6-66BD-83DEF2E7187F}"/>
          </ac:spMkLst>
        </pc:spChg>
        <pc:picChg chg="add mod ord">
          <ac:chgData name="Nicholas Sally" userId="473b0f002d50382a" providerId="LiveId" clId="{9E706AA5-1CD6-43D6-BB6E-31C948A0283D}" dt="2026-04-18T23:49:07.979" v="5109" actId="22"/>
          <ac:picMkLst>
            <pc:docMk/>
            <pc:sldMk cId="4103236133" sldId="264"/>
            <ac:picMk id="12" creationId="{64D0BBB8-3A8C-59CD-3BBC-2F3A1D0C79B9}"/>
          </ac:picMkLst>
        </pc:picChg>
        <pc:picChg chg="add mod">
          <ac:chgData name="Nicholas Sally" userId="473b0f002d50382a" providerId="LiveId" clId="{9E706AA5-1CD6-43D6-BB6E-31C948A0283D}" dt="2026-04-19T00:09:33.614" v="5114"/>
          <ac:picMkLst>
            <pc:docMk/>
            <pc:sldMk cId="4103236133" sldId="264"/>
            <ac:picMk id="13" creationId="{C27E635A-A580-0C00-2D42-1780AD86AA92}"/>
          </ac:picMkLst>
        </pc:picChg>
      </pc:sldChg>
      <pc:sldChg chg="addSp delSp modSp new mod">
        <pc:chgData name="Nicholas Sally" userId="473b0f002d50382a" providerId="LiveId" clId="{9E706AA5-1CD6-43D6-BB6E-31C948A0283D}" dt="2026-04-19T23:41:39.353" v="8760" actId="20577"/>
        <pc:sldMkLst>
          <pc:docMk/>
          <pc:sldMk cId="816757549" sldId="265"/>
        </pc:sldMkLst>
        <pc:spChg chg="mod">
          <ac:chgData name="Nicholas Sally" userId="473b0f002d50382a" providerId="LiveId" clId="{9E706AA5-1CD6-43D6-BB6E-31C948A0283D}" dt="2026-04-19T23:41:39.353" v="8760" actId="20577"/>
          <ac:spMkLst>
            <pc:docMk/>
            <pc:sldMk cId="816757549" sldId="265"/>
            <ac:spMk id="2" creationId="{60EE8C7C-72A2-4DEE-C86F-7B3F4D5B68CC}"/>
          </ac:spMkLst>
        </pc:spChg>
        <pc:spChg chg="del">
          <ac:chgData name="Nicholas Sally" userId="473b0f002d50382a" providerId="LiveId" clId="{9E706AA5-1CD6-43D6-BB6E-31C948A0283D}" dt="2026-04-19T00:08:49.615" v="5111" actId="22"/>
          <ac:spMkLst>
            <pc:docMk/>
            <pc:sldMk cId="816757549" sldId="265"/>
            <ac:spMk id="3" creationId="{CA8E776F-9156-D7F8-1036-5AC9B87450C9}"/>
          </ac:spMkLst>
        </pc:spChg>
        <pc:spChg chg="mod">
          <ac:chgData name="Nicholas Sally" userId="473b0f002d50382a" providerId="LiveId" clId="{9E706AA5-1CD6-43D6-BB6E-31C948A0283D}" dt="2026-04-19T00:33:40.582" v="6382" actId="403"/>
          <ac:spMkLst>
            <pc:docMk/>
            <pc:sldMk cId="816757549" sldId="265"/>
            <ac:spMk id="4" creationId="{C6E4D992-90A9-016D-742D-900CD33DE9D0}"/>
          </ac:spMkLst>
        </pc:spChg>
        <pc:spChg chg="add del mod">
          <ac:chgData name="Nicholas Sally" userId="473b0f002d50382a" providerId="LiveId" clId="{9E706AA5-1CD6-43D6-BB6E-31C948A0283D}" dt="2026-04-19T00:09:34.044" v="5115" actId="21"/>
          <ac:spMkLst>
            <pc:docMk/>
            <pc:sldMk cId="816757549" sldId="265"/>
            <ac:spMk id="8" creationId="{042C4A08-6601-C67E-9B34-E250000B8842}"/>
          </ac:spMkLst>
        </pc:spChg>
        <pc:picChg chg="add del mod ord">
          <ac:chgData name="Nicholas Sally" userId="473b0f002d50382a" providerId="LiveId" clId="{9E706AA5-1CD6-43D6-BB6E-31C948A0283D}" dt="2026-04-19T00:09:34.044" v="5115" actId="21"/>
          <ac:picMkLst>
            <pc:docMk/>
            <pc:sldMk cId="816757549" sldId="265"/>
            <ac:picMk id="6" creationId="{C27E635A-A580-0C00-2D42-1780AD86AA92}"/>
          </ac:picMkLst>
        </pc:picChg>
      </pc:sldChg>
      <pc:sldChg chg="addSp delSp modSp new mod">
        <pc:chgData name="Nicholas Sally" userId="473b0f002d50382a" providerId="LiveId" clId="{9E706AA5-1CD6-43D6-BB6E-31C948A0283D}" dt="2026-04-19T23:43:16.790" v="8787" actId="22"/>
        <pc:sldMkLst>
          <pc:docMk/>
          <pc:sldMk cId="3609997180" sldId="266"/>
        </pc:sldMkLst>
        <pc:spChg chg="mod">
          <ac:chgData name="Nicholas Sally" userId="473b0f002d50382a" providerId="LiveId" clId="{9E706AA5-1CD6-43D6-BB6E-31C948A0283D}" dt="2026-04-19T23:41:50.742" v="8785" actId="20577"/>
          <ac:spMkLst>
            <pc:docMk/>
            <pc:sldMk cId="3609997180" sldId="266"/>
            <ac:spMk id="2" creationId="{8A762D9C-DD82-4854-39E0-1BD2AF0ADCD3}"/>
          </ac:spMkLst>
        </pc:spChg>
        <pc:spChg chg="del">
          <ac:chgData name="Nicholas Sally" userId="473b0f002d50382a" providerId="LiveId" clId="{9E706AA5-1CD6-43D6-BB6E-31C948A0283D}" dt="2026-04-19T20:52:41.838" v="6384" actId="22"/>
          <ac:spMkLst>
            <pc:docMk/>
            <pc:sldMk cId="3609997180" sldId="266"/>
            <ac:spMk id="3" creationId="{FEA1E377-DEA4-2359-5F84-BCA03AF5FF97}"/>
          </ac:spMkLst>
        </pc:spChg>
        <pc:spChg chg="mod">
          <ac:chgData name="Nicholas Sally" userId="473b0f002d50382a" providerId="LiveId" clId="{9E706AA5-1CD6-43D6-BB6E-31C948A0283D}" dt="2026-04-19T21:01:00.487" v="7790" actId="113"/>
          <ac:spMkLst>
            <pc:docMk/>
            <pc:sldMk cId="3609997180" sldId="266"/>
            <ac:spMk id="4" creationId="{915039AD-4C9F-F042-1958-271410BAC05F}"/>
          </ac:spMkLst>
        </pc:spChg>
        <pc:spChg chg="add del mod">
          <ac:chgData name="Nicholas Sally" userId="473b0f002d50382a" providerId="LiveId" clId="{9E706AA5-1CD6-43D6-BB6E-31C948A0283D}" dt="2026-04-19T23:43:16.790" v="8787" actId="22"/>
          <ac:spMkLst>
            <pc:docMk/>
            <pc:sldMk cId="3609997180" sldId="266"/>
            <ac:spMk id="8" creationId="{EEE8025D-81AB-EE36-A79A-E20FD7ABF8ED}"/>
          </ac:spMkLst>
        </pc:spChg>
        <pc:picChg chg="add del mod ord">
          <ac:chgData name="Nicholas Sally" userId="473b0f002d50382a" providerId="LiveId" clId="{9E706AA5-1CD6-43D6-BB6E-31C948A0283D}" dt="2026-04-19T23:43:15.252" v="8786" actId="478"/>
          <ac:picMkLst>
            <pc:docMk/>
            <pc:sldMk cId="3609997180" sldId="266"/>
            <ac:picMk id="6" creationId="{7215C678-B861-B87E-A7C2-6E08713D6D15}"/>
          </ac:picMkLst>
        </pc:picChg>
        <pc:picChg chg="add mod ord">
          <ac:chgData name="Nicholas Sally" userId="473b0f002d50382a" providerId="LiveId" clId="{9E706AA5-1CD6-43D6-BB6E-31C948A0283D}" dt="2026-04-19T23:43:16.790" v="8787" actId="22"/>
          <ac:picMkLst>
            <pc:docMk/>
            <pc:sldMk cId="3609997180" sldId="266"/>
            <ac:picMk id="10" creationId="{8DC7159E-F7E2-D2EF-6B68-1981F4E91781}"/>
          </ac:picMkLst>
        </pc:picChg>
      </pc:sldChg>
      <pc:sldChg chg="addSp delSp modSp new mod modClrScheme chgLayout">
        <pc:chgData name="Nicholas Sally" userId="473b0f002d50382a" providerId="LiveId" clId="{9E706AA5-1CD6-43D6-BB6E-31C948A0283D}" dt="2026-04-20T04:12:15.216" v="10624" actId="20577"/>
        <pc:sldMkLst>
          <pc:docMk/>
          <pc:sldMk cId="1653160880" sldId="267"/>
        </pc:sldMkLst>
        <pc:spChg chg="mod ord">
          <ac:chgData name="Nicholas Sally" userId="473b0f002d50382a" providerId="LiveId" clId="{9E706AA5-1CD6-43D6-BB6E-31C948A0283D}" dt="2026-04-19T21:05:50.930" v="7842" actId="20577"/>
          <ac:spMkLst>
            <pc:docMk/>
            <pc:sldMk cId="1653160880" sldId="267"/>
            <ac:spMk id="2" creationId="{62032023-2C75-AEDF-1A5E-ED6CFFF2F0C9}"/>
          </ac:spMkLst>
        </pc:spChg>
        <pc:spChg chg="del mod ord">
          <ac:chgData name="Nicholas Sally" userId="473b0f002d50382a" providerId="LiveId" clId="{9E706AA5-1CD6-43D6-BB6E-31C948A0283D}" dt="2026-04-19T21:05:42.293" v="7828" actId="700"/>
          <ac:spMkLst>
            <pc:docMk/>
            <pc:sldMk cId="1653160880" sldId="267"/>
            <ac:spMk id="3" creationId="{309D91C6-C66D-C80D-6F2A-BC7FAF599CFD}"/>
          </ac:spMkLst>
        </pc:spChg>
        <pc:spChg chg="del">
          <ac:chgData name="Nicholas Sally" userId="473b0f002d50382a" providerId="LiveId" clId="{9E706AA5-1CD6-43D6-BB6E-31C948A0283D}" dt="2026-04-19T21:05:42.293" v="7828" actId="700"/>
          <ac:spMkLst>
            <pc:docMk/>
            <pc:sldMk cId="1653160880" sldId="267"/>
            <ac:spMk id="4" creationId="{B463062A-D4A4-981F-D1D8-2421DC1BE6CA}"/>
          </ac:spMkLst>
        </pc:spChg>
        <pc:spChg chg="add mod ord">
          <ac:chgData name="Nicholas Sally" userId="473b0f002d50382a" providerId="LiveId" clId="{9E706AA5-1CD6-43D6-BB6E-31C948A0283D}" dt="2026-04-20T04:12:15.216" v="10624" actId="20577"/>
          <ac:spMkLst>
            <pc:docMk/>
            <pc:sldMk cId="1653160880" sldId="267"/>
            <ac:spMk id="5" creationId="{8C16ABAF-3CC9-CB18-57C3-71E5A9DDEDDE}"/>
          </ac:spMkLst>
        </pc:spChg>
      </pc:sldChg>
      <pc:sldChg chg="new del">
        <pc:chgData name="Nicholas Sally" userId="473b0f002d50382a" providerId="LiveId" clId="{9E706AA5-1CD6-43D6-BB6E-31C948A0283D}" dt="2026-04-19T21:05:44.099" v="7829" actId="47"/>
        <pc:sldMkLst>
          <pc:docMk/>
          <pc:sldMk cId="3234890837" sldId="268"/>
        </pc:sldMkLst>
      </pc:sldChg>
      <pc:sldChg chg="addSp delSp modSp new mod">
        <pc:chgData name="Nicholas Sally" userId="473b0f002d50382a" providerId="LiveId" clId="{9E706AA5-1CD6-43D6-BB6E-31C948A0283D}" dt="2026-04-20T04:31:35.561" v="10655"/>
        <pc:sldMkLst>
          <pc:docMk/>
          <pc:sldMk cId="3772106104" sldId="268"/>
        </pc:sldMkLst>
        <pc:spChg chg="mod">
          <ac:chgData name="Nicholas Sally" userId="473b0f002d50382a" providerId="LiveId" clId="{9E706AA5-1CD6-43D6-BB6E-31C948A0283D}" dt="2026-04-19T23:41:14.403" v="8711" actId="20577"/>
          <ac:spMkLst>
            <pc:docMk/>
            <pc:sldMk cId="3772106104" sldId="268"/>
            <ac:spMk id="2" creationId="{6665CF14-17D7-80C3-4B72-78324676688E}"/>
          </ac:spMkLst>
        </pc:spChg>
        <pc:spChg chg="del">
          <ac:chgData name="Nicholas Sally" userId="473b0f002d50382a" providerId="LiveId" clId="{9E706AA5-1CD6-43D6-BB6E-31C948A0283D}" dt="2026-04-19T23:40:51.916" v="8677" actId="478"/>
          <ac:spMkLst>
            <pc:docMk/>
            <pc:sldMk cId="3772106104" sldId="268"/>
            <ac:spMk id="3" creationId="{64B580A5-D60D-A005-0622-CC2E99921077}"/>
          </ac:spMkLst>
        </pc:spChg>
        <pc:spChg chg="add mod">
          <ac:chgData name="Nicholas Sally" userId="473b0f002d50382a" providerId="LiveId" clId="{9E706AA5-1CD6-43D6-BB6E-31C948A0283D}" dt="2026-04-19T23:44:43.486" v="9015" actId="1076"/>
          <ac:spMkLst>
            <pc:docMk/>
            <pc:sldMk cId="3772106104" sldId="268"/>
            <ac:spMk id="5" creationId="{22BA6AB4-18B5-AA08-6FCE-B4C4E65AE4C8}"/>
          </ac:spMkLst>
        </pc:spChg>
        <pc:graphicFrameChg chg="add mod">
          <ac:chgData name="Nicholas Sally" userId="473b0f002d50382a" providerId="LiveId" clId="{9E706AA5-1CD6-43D6-BB6E-31C948A0283D}" dt="2026-04-20T04:31:35.561" v="10655"/>
          <ac:graphicFrameMkLst>
            <pc:docMk/>
            <pc:sldMk cId="3772106104" sldId="268"/>
            <ac:graphicFrameMk id="4" creationId="{E96B39C9-8CFF-7EF7-710A-8A18D3676382}"/>
          </ac:graphicFrameMkLst>
        </pc:graphicFrameChg>
      </pc:sldChg>
      <pc:sldChg chg="addSp delSp modSp new mod">
        <pc:chgData name="Nicholas Sally" userId="473b0f002d50382a" providerId="LiveId" clId="{9E706AA5-1CD6-43D6-BB6E-31C948A0283D}" dt="2026-04-20T05:34:11.511" v="10659" actId="22"/>
        <pc:sldMkLst>
          <pc:docMk/>
          <pc:sldMk cId="4264578772" sldId="269"/>
        </pc:sldMkLst>
        <pc:spChg chg="mod">
          <ac:chgData name="Nicholas Sally" userId="473b0f002d50382a" providerId="LiveId" clId="{9E706AA5-1CD6-43D6-BB6E-31C948A0283D}" dt="2026-04-20T03:35:28.264" v="9034" actId="20577"/>
          <ac:spMkLst>
            <pc:docMk/>
            <pc:sldMk cId="4264578772" sldId="269"/>
            <ac:spMk id="2" creationId="{2AFE0B79-0B2D-E372-AA02-2C3E29BCBDA9}"/>
          </ac:spMkLst>
        </pc:spChg>
        <pc:spChg chg="del">
          <ac:chgData name="Nicholas Sally" userId="473b0f002d50382a" providerId="LiveId" clId="{9E706AA5-1CD6-43D6-BB6E-31C948A0283D}" dt="2026-04-20T03:35:22.707" v="9018" actId="22"/>
          <ac:spMkLst>
            <pc:docMk/>
            <pc:sldMk cId="4264578772" sldId="269"/>
            <ac:spMk id="3" creationId="{688BA60D-09D1-03AC-97A8-85DF725E0856}"/>
          </ac:spMkLst>
        </pc:spChg>
        <pc:spChg chg="add del mod">
          <ac:chgData name="Nicholas Sally" userId="473b0f002d50382a" providerId="LiveId" clId="{9E706AA5-1CD6-43D6-BB6E-31C948A0283D}" dt="2026-04-20T03:39:15.182" v="9036" actId="22"/>
          <ac:spMkLst>
            <pc:docMk/>
            <pc:sldMk cId="4264578772" sldId="269"/>
            <ac:spMk id="7" creationId="{DB32AACC-B721-19FA-394A-A724AAFB0985}"/>
          </ac:spMkLst>
        </pc:spChg>
        <pc:spChg chg="add del mod">
          <ac:chgData name="Nicholas Sally" userId="473b0f002d50382a" providerId="LiveId" clId="{9E706AA5-1CD6-43D6-BB6E-31C948A0283D}" dt="2026-04-20T04:13:36.697" v="10626" actId="22"/>
          <ac:spMkLst>
            <pc:docMk/>
            <pc:sldMk cId="4264578772" sldId="269"/>
            <ac:spMk id="11" creationId="{F2BB2306-3ED7-D67E-C6C6-35B581F4C704}"/>
          </ac:spMkLst>
        </pc:spChg>
        <pc:spChg chg="add del mod">
          <ac:chgData name="Nicholas Sally" userId="473b0f002d50382a" providerId="LiveId" clId="{9E706AA5-1CD6-43D6-BB6E-31C948A0283D}" dt="2026-04-20T05:32:57.149" v="10657" actId="22"/>
          <ac:spMkLst>
            <pc:docMk/>
            <pc:sldMk cId="4264578772" sldId="269"/>
            <ac:spMk id="15" creationId="{0552EAB0-E672-83B4-2267-76067070A3D3}"/>
          </ac:spMkLst>
        </pc:spChg>
        <pc:spChg chg="add del mod">
          <ac:chgData name="Nicholas Sally" userId="473b0f002d50382a" providerId="LiveId" clId="{9E706AA5-1CD6-43D6-BB6E-31C948A0283D}" dt="2026-04-20T05:34:11.511" v="10659" actId="22"/>
          <ac:spMkLst>
            <pc:docMk/>
            <pc:sldMk cId="4264578772" sldId="269"/>
            <ac:spMk id="19" creationId="{B8CAAD65-7E5B-3A8B-55BF-F418EC9AB3DF}"/>
          </ac:spMkLst>
        </pc:spChg>
        <pc:picChg chg="add del mod ord">
          <ac:chgData name="Nicholas Sally" userId="473b0f002d50382a" providerId="LiveId" clId="{9E706AA5-1CD6-43D6-BB6E-31C948A0283D}" dt="2026-04-20T03:39:14.117" v="9035" actId="478"/>
          <ac:picMkLst>
            <pc:docMk/>
            <pc:sldMk cId="4264578772" sldId="269"/>
            <ac:picMk id="5" creationId="{3225F251-FF8F-D67C-82B4-2AC612F51396}"/>
          </ac:picMkLst>
        </pc:picChg>
        <pc:picChg chg="add del mod ord">
          <ac:chgData name="Nicholas Sally" userId="473b0f002d50382a" providerId="LiveId" clId="{9E706AA5-1CD6-43D6-BB6E-31C948A0283D}" dt="2026-04-20T04:13:35.395" v="10625" actId="478"/>
          <ac:picMkLst>
            <pc:docMk/>
            <pc:sldMk cId="4264578772" sldId="269"/>
            <ac:picMk id="9" creationId="{CFD555EF-CE0A-3FAE-76D6-636B7BC5A995}"/>
          </ac:picMkLst>
        </pc:picChg>
        <pc:picChg chg="add del mod ord">
          <ac:chgData name="Nicholas Sally" userId="473b0f002d50382a" providerId="LiveId" clId="{9E706AA5-1CD6-43D6-BB6E-31C948A0283D}" dt="2026-04-20T05:32:55.862" v="10656" actId="478"/>
          <ac:picMkLst>
            <pc:docMk/>
            <pc:sldMk cId="4264578772" sldId="269"/>
            <ac:picMk id="13" creationId="{0C639D1A-38AD-BD5A-60B4-92EC5D63E0C1}"/>
          </ac:picMkLst>
        </pc:picChg>
        <pc:picChg chg="add del mod ord">
          <ac:chgData name="Nicholas Sally" userId="473b0f002d50382a" providerId="LiveId" clId="{9E706AA5-1CD6-43D6-BB6E-31C948A0283D}" dt="2026-04-20T05:34:10.315" v="10658" actId="478"/>
          <ac:picMkLst>
            <pc:docMk/>
            <pc:sldMk cId="4264578772" sldId="269"/>
            <ac:picMk id="17" creationId="{BB05DEAB-5F30-6E99-ED1C-333D3751E9B4}"/>
          </ac:picMkLst>
        </pc:picChg>
        <pc:picChg chg="add mod ord">
          <ac:chgData name="Nicholas Sally" userId="473b0f002d50382a" providerId="LiveId" clId="{9E706AA5-1CD6-43D6-BB6E-31C948A0283D}" dt="2026-04-20T05:34:11.511" v="10659" actId="22"/>
          <ac:picMkLst>
            <pc:docMk/>
            <pc:sldMk cId="4264578772" sldId="269"/>
            <ac:picMk id="21" creationId="{FECD25D9-6E14-A868-A003-CFF4DEB11E25}"/>
          </ac:picMkLst>
        </pc:picChg>
      </pc:sldChg>
      <pc:sldChg chg="addSp delSp modSp new mod">
        <pc:chgData name="Nicholas Sally" userId="473b0f002d50382a" providerId="LiveId" clId="{9E706AA5-1CD6-43D6-BB6E-31C948A0283D}" dt="2026-04-20T03:41:45.661" v="9102" actId="1076"/>
        <pc:sldMkLst>
          <pc:docMk/>
          <pc:sldMk cId="1153276872" sldId="270"/>
        </pc:sldMkLst>
        <pc:spChg chg="mod">
          <ac:chgData name="Nicholas Sally" userId="473b0f002d50382a" providerId="LiveId" clId="{9E706AA5-1CD6-43D6-BB6E-31C948A0283D}" dt="2026-04-20T03:41:16.863" v="9091" actId="20577"/>
          <ac:spMkLst>
            <pc:docMk/>
            <pc:sldMk cId="1153276872" sldId="270"/>
            <ac:spMk id="2" creationId="{3ED6D45C-3CD3-2EEF-38D9-3CA32FE8A5E0}"/>
          </ac:spMkLst>
        </pc:spChg>
        <pc:spChg chg="add del">
          <ac:chgData name="Nicholas Sally" userId="473b0f002d50382a" providerId="LiveId" clId="{9E706AA5-1CD6-43D6-BB6E-31C948A0283D}" dt="2026-04-20T03:41:36.464" v="9099" actId="478"/>
          <ac:spMkLst>
            <pc:docMk/>
            <pc:sldMk cId="1153276872" sldId="270"/>
            <ac:spMk id="3" creationId="{AAA40A92-B2D3-91E1-ED70-EB5C6A3FC35D}"/>
          </ac:spMkLst>
        </pc:spChg>
        <pc:graphicFrameChg chg="add mod">
          <ac:chgData name="Nicholas Sally" userId="473b0f002d50382a" providerId="LiveId" clId="{9E706AA5-1CD6-43D6-BB6E-31C948A0283D}" dt="2026-04-20T03:41:28.422" v="9095"/>
          <ac:graphicFrameMkLst>
            <pc:docMk/>
            <pc:sldMk cId="1153276872" sldId="270"/>
            <ac:graphicFrameMk id="4" creationId="{03F37793-6AB7-325A-CCB8-305599DFD053}"/>
          </ac:graphicFrameMkLst>
        </pc:graphicFrameChg>
        <pc:graphicFrameChg chg="add mod">
          <ac:chgData name="Nicholas Sally" userId="473b0f002d50382a" providerId="LiveId" clId="{9E706AA5-1CD6-43D6-BB6E-31C948A0283D}" dt="2026-04-20T03:41:32.325" v="9097"/>
          <ac:graphicFrameMkLst>
            <pc:docMk/>
            <pc:sldMk cId="1153276872" sldId="270"/>
            <ac:graphicFrameMk id="5" creationId="{52AB6DED-8503-DF6F-4167-2B55CCDB4F5C}"/>
          </ac:graphicFrameMkLst>
        </pc:graphicFrameChg>
        <pc:graphicFrameChg chg="add mod">
          <ac:chgData name="Nicholas Sally" userId="473b0f002d50382a" providerId="LiveId" clId="{9E706AA5-1CD6-43D6-BB6E-31C948A0283D}" dt="2026-04-20T03:41:45.661" v="9102" actId="1076"/>
          <ac:graphicFrameMkLst>
            <pc:docMk/>
            <pc:sldMk cId="1153276872" sldId="270"/>
            <ac:graphicFrameMk id="6" creationId="{659C480A-12D9-A73B-2D80-77F34512EBDC}"/>
          </ac:graphicFrameMkLst>
        </pc:graphicFrameChg>
      </pc:sldChg>
      <pc:sldChg chg="addSp delSp modSp new mod">
        <pc:chgData name="Nicholas Sally" userId="473b0f002d50382a" providerId="LiveId" clId="{9E706AA5-1CD6-43D6-BB6E-31C948A0283D}" dt="2026-04-20T03:50:25.755" v="9202" actId="1076"/>
        <pc:sldMkLst>
          <pc:docMk/>
          <pc:sldMk cId="35205324" sldId="271"/>
        </pc:sldMkLst>
        <pc:spChg chg="mod">
          <ac:chgData name="Nicholas Sally" userId="473b0f002d50382a" providerId="LiveId" clId="{9E706AA5-1CD6-43D6-BB6E-31C948A0283D}" dt="2026-04-20T03:42:37.620" v="9177" actId="20577"/>
          <ac:spMkLst>
            <pc:docMk/>
            <pc:sldMk cId="35205324" sldId="271"/>
            <ac:spMk id="2" creationId="{592E944D-95F4-95FF-1417-43E0F4ED3970}"/>
          </ac:spMkLst>
        </pc:spChg>
        <pc:spChg chg="del">
          <ac:chgData name="Nicholas Sally" userId="473b0f002d50382a" providerId="LiveId" clId="{9E706AA5-1CD6-43D6-BB6E-31C948A0283D}" dt="2026-04-20T03:43:05.935" v="9178" actId="22"/>
          <ac:spMkLst>
            <pc:docMk/>
            <pc:sldMk cId="35205324" sldId="271"/>
            <ac:spMk id="3" creationId="{CAD5B786-BC89-03C5-3C15-D969DB386A42}"/>
          </ac:spMkLst>
        </pc:spChg>
        <pc:spChg chg="add del mod">
          <ac:chgData name="Nicholas Sally" userId="473b0f002d50382a" providerId="LiveId" clId="{9E706AA5-1CD6-43D6-BB6E-31C948A0283D}" dt="2026-04-20T03:46:37.596" v="9185" actId="478"/>
          <ac:spMkLst>
            <pc:docMk/>
            <pc:sldMk cId="35205324" sldId="271"/>
            <ac:spMk id="7" creationId="{2C0E8D76-C5F3-B484-B60E-933C3696FBBC}"/>
          </ac:spMkLst>
        </pc:spChg>
        <pc:spChg chg="add">
          <ac:chgData name="Nicholas Sally" userId="473b0f002d50382a" providerId="LiveId" clId="{9E706AA5-1CD6-43D6-BB6E-31C948A0283D}" dt="2026-04-20T03:45:26.279" v="9180"/>
          <ac:spMkLst>
            <pc:docMk/>
            <pc:sldMk cId="35205324" sldId="271"/>
            <ac:spMk id="9" creationId="{6D6B8B66-802C-9B5D-7B71-488E2457CD60}"/>
          </ac:spMkLst>
        </pc:spChg>
        <pc:spChg chg="add mod">
          <ac:chgData name="Nicholas Sally" userId="473b0f002d50382a" providerId="LiveId" clId="{9E706AA5-1CD6-43D6-BB6E-31C948A0283D}" dt="2026-04-20T03:45:47.874" v="9184"/>
          <ac:spMkLst>
            <pc:docMk/>
            <pc:sldMk cId="35205324" sldId="271"/>
            <ac:spMk id="11" creationId="{17A5E363-5062-9BF5-8A35-71610608A60C}"/>
          </ac:spMkLst>
        </pc:spChg>
        <pc:spChg chg="add del">
          <ac:chgData name="Nicholas Sally" userId="473b0f002d50382a" providerId="LiveId" clId="{9E706AA5-1CD6-43D6-BB6E-31C948A0283D}" dt="2026-04-20T03:50:15.332" v="9197" actId="478"/>
          <ac:spMkLst>
            <pc:docMk/>
            <pc:sldMk cId="35205324" sldId="271"/>
            <ac:spMk id="17" creationId="{044664FD-5A9E-80FD-0E7C-C7A47BB3F449}"/>
          </ac:spMkLst>
        </pc:spChg>
        <pc:graphicFrameChg chg="add mod">
          <ac:chgData name="Nicholas Sally" userId="473b0f002d50382a" providerId="LiveId" clId="{9E706AA5-1CD6-43D6-BB6E-31C948A0283D}" dt="2026-04-20T03:45:31.813" v="9181"/>
          <ac:graphicFrameMkLst>
            <pc:docMk/>
            <pc:sldMk cId="35205324" sldId="271"/>
            <ac:graphicFrameMk id="8" creationId="{B8ED05E1-FCB2-7AC8-EB6D-0A7E85470D2D}"/>
          </ac:graphicFrameMkLst>
        </pc:graphicFrameChg>
        <pc:graphicFrameChg chg="add mod">
          <ac:chgData name="Nicholas Sally" userId="473b0f002d50382a" providerId="LiveId" clId="{9E706AA5-1CD6-43D6-BB6E-31C948A0283D}" dt="2026-04-20T03:45:47.874" v="9184"/>
          <ac:graphicFrameMkLst>
            <pc:docMk/>
            <pc:sldMk cId="35205324" sldId="271"/>
            <ac:graphicFrameMk id="10" creationId="{176D2AF1-BD5C-AD9E-851C-B70213D364B5}"/>
          </ac:graphicFrameMkLst>
        </pc:graphicFrameChg>
        <pc:graphicFrameChg chg="add mod modGraphic">
          <ac:chgData name="Nicholas Sally" userId="473b0f002d50382a" providerId="LiveId" clId="{9E706AA5-1CD6-43D6-BB6E-31C948A0283D}" dt="2026-04-20T03:46:49.110" v="9190" actId="14100"/>
          <ac:graphicFrameMkLst>
            <pc:docMk/>
            <pc:sldMk cId="35205324" sldId="271"/>
            <ac:graphicFrameMk id="12" creationId="{FB2B67FD-3EF6-BEF6-BF47-B49B5746E831}"/>
          </ac:graphicFrameMkLst>
        </pc:graphicFrameChg>
        <pc:graphicFrameChg chg="add mod">
          <ac:chgData name="Nicholas Sally" userId="473b0f002d50382a" providerId="LiveId" clId="{9E706AA5-1CD6-43D6-BB6E-31C948A0283D}" dt="2026-04-20T03:48:11.310" v="9191"/>
          <ac:graphicFrameMkLst>
            <pc:docMk/>
            <pc:sldMk cId="35205324" sldId="271"/>
            <ac:graphicFrameMk id="13" creationId="{2B8421B1-9D67-C524-F797-782A7DE91258}"/>
          </ac:graphicFrameMkLst>
        </pc:graphicFrameChg>
        <pc:graphicFrameChg chg="add del mod modGraphic">
          <ac:chgData name="Nicholas Sally" userId="473b0f002d50382a" providerId="LiveId" clId="{9E706AA5-1CD6-43D6-BB6E-31C948A0283D}" dt="2026-04-20T03:48:38.918" v="9194" actId="478"/>
          <ac:graphicFrameMkLst>
            <pc:docMk/>
            <pc:sldMk cId="35205324" sldId="271"/>
            <ac:graphicFrameMk id="14" creationId="{17971243-1A30-87A3-2634-44A26266D662}"/>
          </ac:graphicFrameMkLst>
        </pc:graphicFrameChg>
        <pc:graphicFrameChg chg="add mod">
          <ac:chgData name="Nicholas Sally" userId="473b0f002d50382a" providerId="LiveId" clId="{9E706AA5-1CD6-43D6-BB6E-31C948A0283D}" dt="2026-04-20T03:48:39.833" v="9195"/>
          <ac:graphicFrameMkLst>
            <pc:docMk/>
            <pc:sldMk cId="35205324" sldId="271"/>
            <ac:graphicFrameMk id="15" creationId="{9FD28620-51C5-18F1-2439-91D2238D2027}"/>
          </ac:graphicFrameMkLst>
        </pc:graphicFrameChg>
        <pc:graphicFrameChg chg="add mod">
          <ac:chgData name="Nicholas Sally" userId="473b0f002d50382a" providerId="LiveId" clId="{9E706AA5-1CD6-43D6-BB6E-31C948A0283D}" dt="2026-04-20T03:50:16.144" v="9198"/>
          <ac:graphicFrameMkLst>
            <pc:docMk/>
            <pc:sldMk cId="35205324" sldId="271"/>
            <ac:graphicFrameMk id="18" creationId="{A55B4A37-1174-A847-CEDF-02DFD43D9D27}"/>
          </ac:graphicFrameMkLst>
        </pc:graphicFrameChg>
        <pc:graphicFrameChg chg="add mod">
          <ac:chgData name="Nicholas Sally" userId="473b0f002d50382a" providerId="LiveId" clId="{9E706AA5-1CD6-43D6-BB6E-31C948A0283D}" dt="2026-04-20T03:50:25.755" v="9202" actId="1076"/>
          <ac:graphicFrameMkLst>
            <pc:docMk/>
            <pc:sldMk cId="35205324" sldId="271"/>
            <ac:graphicFrameMk id="19" creationId="{9C519043-6420-729F-AFAB-9A5784A60748}"/>
          </ac:graphicFrameMkLst>
        </pc:graphicFrameChg>
        <pc:picChg chg="add del mod ord">
          <ac:chgData name="Nicholas Sally" userId="473b0f002d50382a" providerId="LiveId" clId="{9E706AA5-1CD6-43D6-BB6E-31C948A0283D}" dt="2026-04-20T03:43:23.842" v="9179" actId="478"/>
          <ac:picMkLst>
            <pc:docMk/>
            <pc:sldMk cId="35205324" sldId="271"/>
            <ac:picMk id="5" creationId="{A5150359-B54D-411C-318E-F46D14ECCE20}"/>
          </ac:picMkLst>
        </pc:picChg>
      </pc:sldChg>
      <pc:sldChg chg="modSp new mod">
        <pc:chgData name="Nicholas Sally" userId="473b0f002d50382a" providerId="LiveId" clId="{9E706AA5-1CD6-43D6-BB6E-31C948A0283D}" dt="2026-04-20T05:36:58.908" v="10660" actId="313"/>
        <pc:sldMkLst>
          <pc:docMk/>
          <pc:sldMk cId="3979858249" sldId="272"/>
        </pc:sldMkLst>
        <pc:spChg chg="mod">
          <ac:chgData name="Nicholas Sally" userId="473b0f002d50382a" providerId="LiveId" clId="{9E706AA5-1CD6-43D6-BB6E-31C948A0283D}" dt="2026-04-20T03:51:23.360" v="9216" actId="20577"/>
          <ac:spMkLst>
            <pc:docMk/>
            <pc:sldMk cId="3979858249" sldId="272"/>
            <ac:spMk id="2" creationId="{E54CB92A-259A-D937-AFCF-B3BBA5F386B8}"/>
          </ac:spMkLst>
        </pc:spChg>
        <pc:spChg chg="mod">
          <ac:chgData name="Nicholas Sally" userId="473b0f002d50382a" providerId="LiveId" clId="{9E706AA5-1CD6-43D6-BB6E-31C948A0283D}" dt="2026-04-20T05:36:58.908" v="10660" actId="313"/>
          <ac:spMkLst>
            <pc:docMk/>
            <pc:sldMk cId="3979858249" sldId="272"/>
            <ac:spMk id="3" creationId="{0427D808-D4B7-70D7-0B2E-474F00E638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18444-AB03-46A2-867A-C2337D5906A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C288D-AC95-4405-8C04-076B1F9B6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90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C288D-AC95-4405-8C04-076B1F9B6C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30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9EEE5-5CAE-92C0-9DFE-8F3B819C5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7C405-EE02-E837-071E-A42788628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D2EE1-A143-DE10-1CE2-36008538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7339-6762-46B3-AC0B-50F8ADE541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703A7-E9DF-78B4-7E4F-913E31DCF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626BE-BF9F-DC8C-C7B8-AF3AC7AC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1B18-5C4D-4853-8452-512C20AF0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9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8F026-AAC5-68FC-2DAE-AF344EDF4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6529F-06E4-83F5-315E-9B4061EF7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48024-DC44-F964-F341-7641E801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7339-6762-46B3-AC0B-50F8ADE541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D2858-7FD6-187F-E90B-5A4F2849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A1C61-F175-4F29-873E-FFBB6B10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1B18-5C4D-4853-8452-512C20AF0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7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9EEC-A0AA-00BC-8FD6-1AA60A8F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21656-A992-ECBB-98F6-9AE7FCBD0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32EB9-91F3-600E-EA2B-0D78656F0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7339-6762-46B3-AC0B-50F8ADE541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AE428-1759-F870-8524-E18050C74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C0CCB-6FF1-7DEC-4586-8B00003A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1B18-5C4D-4853-8452-512C20AF0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1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28DC9-0FD5-EF95-BF0D-F1350B124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A5DA8-D175-710F-719D-4C3362B22E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2A24D-9AED-B106-4E56-28BB3AFE5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476CE-D86A-CC9B-8904-E8969EFF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7339-6762-46B3-AC0B-50F8ADE541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546C9-C8C9-7B8B-2003-66158AC10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93BA0-9B9D-D2A4-722E-2C4F2C4B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1B18-5C4D-4853-8452-512C20AF0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68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AF27-1652-83B5-66E6-D8D957D73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171F8-C204-717D-8092-AA6C6BCF6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B5439-2275-3F17-8155-F78E3AAD0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33879-E2E6-2064-6154-09D3D982A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E0C92-18D5-C24C-2393-CB237BCFD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354D1D-DAEF-3DB1-C7E7-E561A159E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7339-6762-46B3-AC0B-50F8ADE541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71CDEC-9EA0-FE2B-C97F-684409CD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F80ADD-9E06-18E6-1745-CE0C93489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1B18-5C4D-4853-8452-512C20AF0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57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95A0D-179D-FA64-1EA7-B215434B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6342B0-3D63-2A25-5500-6AEB4A684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7339-6762-46B3-AC0B-50F8ADE541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910854-B38E-E750-394B-98564108C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BEE16-C178-F309-A1F1-43CB52AFE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1B18-5C4D-4853-8452-512C20AF0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4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B6BF2C-4996-E14A-E79B-5F5F3FF8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7339-6762-46B3-AC0B-50F8ADE541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DEB25-207A-03B3-23C0-EF45F87A3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3351B-458E-40AD-A7F6-7289A1B1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1B18-5C4D-4853-8452-512C20AF0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44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D9752-A2DC-53E5-4E8E-21B20D6C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3FC87-A45D-31B2-3E14-0AA082595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AD2FA-D7B0-BB77-EE33-82820F0CB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F1E5C-4F5A-C783-FB8E-385078AC6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7339-6762-46B3-AC0B-50F8ADE541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1643D-5BB4-3525-FD06-686ACB7B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4432B-6D95-C498-0054-BE1D9413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1B18-5C4D-4853-8452-512C20AF0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0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08DBC-E881-2BEC-A7A9-0396A135D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BEFDC-7807-87FA-8984-9B73667B18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1B867-023E-B3F9-6429-DD3226529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7AFB5-6615-1B78-DA68-C43A48256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7339-6762-46B3-AC0B-50F8ADE541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78A64-7786-2EDE-33C8-B8F564371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E299D-1EE3-A733-30D8-707D2785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1B18-5C4D-4853-8452-512C20AF0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2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D148-B352-4EC5-C7A6-19AD1560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77931-99C5-99C0-C99A-B6E6C4B85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90D4C-AE64-C9D1-D0EA-9E55ABA4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7339-6762-46B3-AC0B-50F8ADE541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F75DB-EE4A-7401-FC6E-136A96AD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740AF-40B8-6BE2-0680-913851F4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1B18-5C4D-4853-8452-512C20AF0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3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01B31B-005F-766A-E994-F104A1336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673A4-7162-F47C-75D9-CA6706ECC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E313-7CEE-77CD-15E1-861A55FB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87339-6762-46B3-AC0B-50F8ADE541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8D6DA-9AA1-91E1-D3B6-ED49C45D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7621D-4216-15EE-547A-893DF1B77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1B18-5C4D-4853-8452-512C20AF0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5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C7F66B-A846-D5A8-D333-A718381E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3B3B1-83B6-C75E-D3F7-768F802DC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600F5-D88D-E4A8-323A-C018E022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487339-6762-46B3-AC0B-50F8ADE541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A6F13-1D41-6834-018A-3927B2EB1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DEFA6-53D9-E23F-A53F-637041816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81B18-5C4D-4853-8452-512C20AF0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7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ED303-88A3-8636-3C1F-F9AABFEA28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Radar Trade Study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A7624-32A5-638B-7F94-E0E71305B3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Nicholas Sally</a:t>
            </a:r>
          </a:p>
          <a:p>
            <a:r>
              <a:rPr lang="en-US" dirty="0"/>
              <a:t>EEE5557</a:t>
            </a:r>
          </a:p>
          <a:p>
            <a:r>
              <a:rPr lang="en-US" dirty="0"/>
              <a:t>4/20/2026</a:t>
            </a:r>
          </a:p>
        </p:txBody>
      </p:sp>
    </p:spTree>
    <p:extLst>
      <p:ext uri="{BB962C8B-B14F-4D97-AF65-F5344CB8AC3E}">
        <p14:creationId xmlns:p14="http://schemas.microsoft.com/office/powerpoint/2010/main" val="147854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E944D-95F4-95FF-1417-43E0F4ED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Inputs</a:t>
            </a: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9C519043-6420-729F-AFAB-9A5784A607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581102"/>
              </p:ext>
            </p:extLst>
          </p:nvPr>
        </p:nvGraphicFramePr>
        <p:xfrm>
          <a:off x="3106326" y="1635539"/>
          <a:ext cx="5783673" cy="4857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092410" imgH="2597180" progId="Excel.Sheet.12">
                  <p:embed/>
                </p:oleObj>
              </mc:Choice>
              <mc:Fallback>
                <p:oleObj name="Worksheet" r:id="rId3" imgW="3092410" imgH="2597180" progId="Excel.Sheet.12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9C519043-6420-729F-AFAB-9A5784A607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06326" y="1635539"/>
                        <a:ext cx="5783673" cy="48573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05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A5464-C584-BA33-77E9-2E9DEF3F4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Analysis: Parameter Independence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C00DDA3-AF1B-3088-8010-DCB13ABDC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1565318"/>
              </p:ext>
            </p:extLst>
          </p:nvPr>
        </p:nvGraphicFramePr>
        <p:xfrm>
          <a:off x="607162" y="1596701"/>
          <a:ext cx="10914281" cy="4984750"/>
        </p:xfrm>
        <a:graphic>
          <a:graphicData uri="http://schemas.openxmlformats.org/drawingml/2006/table">
            <a:tbl>
              <a:tblPr/>
              <a:tblGrid>
                <a:gridCol w="2532537">
                  <a:extLst>
                    <a:ext uri="{9D8B030D-6E8A-4147-A177-3AD203B41FA5}">
                      <a16:colId xmlns:a16="http://schemas.microsoft.com/office/drawing/2014/main" val="279946209"/>
                    </a:ext>
                  </a:extLst>
                </a:gridCol>
                <a:gridCol w="678169">
                  <a:extLst>
                    <a:ext uri="{9D8B030D-6E8A-4147-A177-3AD203B41FA5}">
                      <a16:colId xmlns:a16="http://schemas.microsoft.com/office/drawing/2014/main" val="3460136482"/>
                    </a:ext>
                  </a:extLst>
                </a:gridCol>
                <a:gridCol w="678169">
                  <a:extLst>
                    <a:ext uri="{9D8B030D-6E8A-4147-A177-3AD203B41FA5}">
                      <a16:colId xmlns:a16="http://schemas.microsoft.com/office/drawing/2014/main" val="1006059999"/>
                    </a:ext>
                  </a:extLst>
                </a:gridCol>
                <a:gridCol w="678169">
                  <a:extLst>
                    <a:ext uri="{9D8B030D-6E8A-4147-A177-3AD203B41FA5}">
                      <a16:colId xmlns:a16="http://schemas.microsoft.com/office/drawing/2014/main" val="3443184911"/>
                    </a:ext>
                  </a:extLst>
                </a:gridCol>
                <a:gridCol w="678169">
                  <a:extLst>
                    <a:ext uri="{9D8B030D-6E8A-4147-A177-3AD203B41FA5}">
                      <a16:colId xmlns:a16="http://schemas.microsoft.com/office/drawing/2014/main" val="474646870"/>
                    </a:ext>
                  </a:extLst>
                </a:gridCol>
                <a:gridCol w="731151">
                  <a:extLst>
                    <a:ext uri="{9D8B030D-6E8A-4147-A177-3AD203B41FA5}">
                      <a16:colId xmlns:a16="http://schemas.microsoft.com/office/drawing/2014/main" val="1367339716"/>
                    </a:ext>
                  </a:extLst>
                </a:gridCol>
                <a:gridCol w="678169">
                  <a:extLst>
                    <a:ext uri="{9D8B030D-6E8A-4147-A177-3AD203B41FA5}">
                      <a16:colId xmlns:a16="http://schemas.microsoft.com/office/drawing/2014/main" val="4104892374"/>
                    </a:ext>
                  </a:extLst>
                </a:gridCol>
                <a:gridCol w="678169">
                  <a:extLst>
                    <a:ext uri="{9D8B030D-6E8A-4147-A177-3AD203B41FA5}">
                      <a16:colId xmlns:a16="http://schemas.microsoft.com/office/drawing/2014/main" val="3276650185"/>
                    </a:ext>
                  </a:extLst>
                </a:gridCol>
                <a:gridCol w="678169">
                  <a:extLst>
                    <a:ext uri="{9D8B030D-6E8A-4147-A177-3AD203B41FA5}">
                      <a16:colId xmlns:a16="http://schemas.microsoft.com/office/drawing/2014/main" val="2662849640"/>
                    </a:ext>
                  </a:extLst>
                </a:gridCol>
                <a:gridCol w="709958">
                  <a:extLst>
                    <a:ext uri="{9D8B030D-6E8A-4147-A177-3AD203B41FA5}">
                      <a16:colId xmlns:a16="http://schemas.microsoft.com/office/drawing/2014/main" val="2601590420"/>
                    </a:ext>
                  </a:extLst>
                </a:gridCol>
                <a:gridCol w="837114">
                  <a:extLst>
                    <a:ext uri="{9D8B030D-6E8A-4147-A177-3AD203B41FA5}">
                      <a16:colId xmlns:a16="http://schemas.microsoft.com/office/drawing/2014/main" val="2000044765"/>
                    </a:ext>
                  </a:extLst>
                </a:gridCol>
                <a:gridCol w="1356338">
                  <a:extLst>
                    <a:ext uri="{9D8B030D-6E8A-4147-A177-3AD203B41FA5}">
                      <a16:colId xmlns:a16="http://schemas.microsoft.com/office/drawing/2014/main" val="1964642039"/>
                    </a:ext>
                  </a:extLst>
                </a:gridCol>
              </a:tblGrid>
              <a:tr h="190500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Independence Matrix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799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Choice \ Compliance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Min Graze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Max PRF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Tfa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Min Spin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Warn Time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del-R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delAz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Dopp Prec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Swath Width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Independence Score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6796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Radar Freq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96455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UAV Altitude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4975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Ant. Boresight Grazing Angle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5996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Ant dia- elevation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3384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Ant dia- azimuth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7243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Ant Azimuth +/- from fore-look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620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Xmtr Pwr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983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Xmt Pulse Width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164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Design capability: # scans on target = 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2455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Independence Score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6114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9979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90088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Design Goal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1196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Impacts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6850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Impact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795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506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CDC9-CBCF-9BAF-2BDF-D20A08EAD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Analysis: Parameter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938CF-E6B6-3F8C-E6AD-C5FB8E613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variables are interlinked, but some are more independent</a:t>
            </a:r>
          </a:p>
          <a:p>
            <a:r>
              <a:rPr lang="en-US" dirty="0"/>
              <a:t>The least independent parameters will be the first to be adjusted and then fixed when valid numbers are found</a:t>
            </a:r>
          </a:p>
          <a:p>
            <a:r>
              <a:rPr lang="en-US" dirty="0"/>
              <a:t>The more independent parameters will be adjusted to optimize the goals and ensure compliance as necessary</a:t>
            </a:r>
          </a:p>
          <a:p>
            <a:r>
              <a:rPr lang="en-US" dirty="0"/>
              <a:t>Based on the matrix, the most dependent parameters (Pd, Doppler Precision) are all a function of the Signal to Noise Ratio (SNR)</a:t>
            </a:r>
          </a:p>
          <a:p>
            <a:pPr lvl="1"/>
            <a:r>
              <a:rPr lang="en-US" b="1" dirty="0"/>
              <a:t>The design will initially optimize for SNR, then adjust parameters to maximize the goals</a:t>
            </a:r>
          </a:p>
        </p:txBody>
      </p:sp>
    </p:spTree>
    <p:extLst>
      <p:ext uri="{BB962C8B-B14F-4D97-AF65-F5344CB8AC3E}">
        <p14:creationId xmlns:p14="http://schemas.microsoft.com/office/powerpoint/2010/main" val="1280085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96F7-74C0-3F9C-4AEA-F9C037D1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SNR vs. Boresight Grazing Angle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1B4774-C697-DFDD-6003-43B0AB5276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F5972-BBCC-2436-D06C-305CE7F5B9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Fixed</a:t>
            </a:r>
          </a:p>
          <a:p>
            <a:pPr lvl="1"/>
            <a:r>
              <a:rPr lang="en-US" sz="1800" dirty="0" err="1"/>
              <a:t>Xmt</a:t>
            </a:r>
            <a:r>
              <a:rPr lang="en-US" sz="1800" dirty="0"/>
              <a:t> Tau = 0.095us</a:t>
            </a:r>
          </a:p>
          <a:p>
            <a:pPr lvl="1"/>
            <a:r>
              <a:rPr lang="en-US" sz="1800" dirty="0" err="1"/>
              <a:t>Xmt</a:t>
            </a:r>
            <a:r>
              <a:rPr lang="en-US" sz="1800" dirty="0"/>
              <a:t> </a:t>
            </a:r>
            <a:r>
              <a:rPr lang="en-US" sz="1800" dirty="0" err="1"/>
              <a:t>Pwr</a:t>
            </a:r>
            <a:r>
              <a:rPr lang="en-US" sz="1800" dirty="0"/>
              <a:t> = 650W</a:t>
            </a:r>
          </a:p>
          <a:p>
            <a:pPr lvl="1"/>
            <a:r>
              <a:rPr lang="en-US" sz="1800" dirty="0"/>
              <a:t>Ant El = 0.1m</a:t>
            </a:r>
          </a:p>
          <a:p>
            <a:pPr lvl="1"/>
            <a:r>
              <a:rPr lang="en-US" sz="1800" dirty="0"/>
              <a:t>Ant Az = 0.25m</a:t>
            </a:r>
          </a:p>
          <a:p>
            <a:pPr lvl="1"/>
            <a:r>
              <a:rPr lang="en-US" sz="1800" dirty="0"/>
              <a:t>Freq = 90GHz</a:t>
            </a:r>
          </a:p>
          <a:p>
            <a:r>
              <a:rPr lang="en-US" dirty="0"/>
              <a:t>The SNR of the system flattens between 15 and 50 degrees. Any values in this range would be acceptable with a slight SNR edge to higher grazing angles</a:t>
            </a:r>
          </a:p>
        </p:txBody>
      </p:sp>
    </p:spTree>
    <p:extLst>
      <p:ext uri="{BB962C8B-B14F-4D97-AF65-F5344CB8AC3E}">
        <p14:creationId xmlns:p14="http://schemas.microsoft.com/office/powerpoint/2010/main" val="347762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6F90B8-2F40-08C2-07A4-60453B4AB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Loss vs. Grazing Angle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2ED500-09BF-A009-4820-B4864774D5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Fixed</a:t>
            </a:r>
          </a:p>
          <a:p>
            <a:pPr lvl="1"/>
            <a:r>
              <a:rPr lang="en-US" sz="1800" dirty="0"/>
              <a:t>N/A as path loss is effectively a function of grazing angle and altitude</a:t>
            </a:r>
          </a:p>
          <a:p>
            <a:r>
              <a:rPr lang="en-US" sz="2200" dirty="0"/>
              <a:t>The path loss will </a:t>
            </a:r>
            <a:r>
              <a:rPr lang="en-US" sz="2200" i="1" dirty="0"/>
              <a:t>always</a:t>
            </a:r>
            <a:r>
              <a:rPr lang="en-US" sz="2200" dirty="0"/>
              <a:t> be smaller for lower altitudes, since there less atmosphere to cross through</a:t>
            </a:r>
          </a:p>
          <a:p>
            <a:r>
              <a:rPr lang="en-US" sz="2200" dirty="0"/>
              <a:t>The path loss also tapers off for high grazing angles, regardless of altitude</a:t>
            </a:r>
          </a:p>
          <a:p>
            <a:r>
              <a:rPr lang="en-US" sz="2200" dirty="0"/>
              <a:t>Once again, this appears to give the edge to high grazing angles to optimize SNR</a:t>
            </a:r>
          </a:p>
          <a:p>
            <a:r>
              <a:rPr lang="en-US" sz="2200" dirty="0"/>
              <a:t>Acceptable angles are greater than 16 deg</a:t>
            </a:r>
          </a:p>
          <a:p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7AEF1C3-3066-F982-0574-1AF12E0E52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417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BA80-A480-B986-B092-A64A5F6B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Swath Width vs. Grazing Angle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2D34D4-ABDA-DDA9-66FD-38111BB9BD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44681-D679-E567-AB33-6594DE82F3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Fixed</a:t>
            </a:r>
          </a:p>
          <a:p>
            <a:pPr lvl="1"/>
            <a:r>
              <a:rPr lang="en-US" sz="1800" dirty="0"/>
              <a:t>Swath Beta = 80 deg</a:t>
            </a:r>
          </a:p>
          <a:p>
            <a:r>
              <a:rPr lang="en-US" dirty="0"/>
              <a:t>Despite initial victories for high grazing angles, they simply do not produce enough swath width for the radar to be compliant</a:t>
            </a:r>
          </a:p>
          <a:p>
            <a:r>
              <a:rPr lang="en-US" dirty="0"/>
              <a:t>The swath width rewards lower grazing angles with exponential results</a:t>
            </a:r>
          </a:p>
          <a:p>
            <a:r>
              <a:rPr lang="en-US" dirty="0"/>
              <a:t>To ensure the design is compliant and minimize SNR degradation, a </a:t>
            </a:r>
            <a:r>
              <a:rPr lang="en-US" dirty="0">
                <a:highlight>
                  <a:srgbClr val="FFFF00"/>
                </a:highlight>
              </a:rPr>
              <a:t>grazing angle of </a:t>
            </a:r>
            <a:r>
              <a:rPr lang="en-US" b="1" dirty="0">
                <a:highlight>
                  <a:srgbClr val="FFFF00"/>
                </a:highlight>
              </a:rPr>
              <a:t>19 </a:t>
            </a:r>
            <a:r>
              <a:rPr lang="en-US" b="1" dirty="0" err="1">
                <a:highlight>
                  <a:srgbClr val="FFFF00"/>
                </a:highlight>
              </a:rPr>
              <a:t>degs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dirty="0"/>
              <a:t>was chosen with an </a:t>
            </a:r>
            <a:r>
              <a:rPr lang="en-US" dirty="0">
                <a:highlight>
                  <a:srgbClr val="FFFF00"/>
                </a:highlight>
              </a:rPr>
              <a:t>altitude of </a:t>
            </a:r>
            <a:r>
              <a:rPr lang="en-US" b="1" dirty="0">
                <a:highlight>
                  <a:srgbClr val="FFFF00"/>
                </a:highlight>
              </a:rPr>
              <a:t>3.5km</a:t>
            </a:r>
          </a:p>
          <a:p>
            <a:pPr lvl="1"/>
            <a:r>
              <a:rPr lang="en-US" sz="1800" dirty="0"/>
              <a:t>Any degradation will be offset with high transmit power or antenna gain</a:t>
            </a:r>
          </a:p>
        </p:txBody>
      </p:sp>
    </p:spTree>
    <p:extLst>
      <p:ext uri="{BB962C8B-B14F-4D97-AF65-F5344CB8AC3E}">
        <p14:creationId xmlns:p14="http://schemas.microsoft.com/office/powerpoint/2010/main" val="610518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A9ED-9C04-1AFC-2911-723C477F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 Dia El vs. Ant Footprint Length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6ACE8-D5A7-7FAB-4F8C-A998C23311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Fixed</a:t>
            </a:r>
          </a:p>
          <a:p>
            <a:pPr lvl="1"/>
            <a:r>
              <a:rPr lang="en-US" sz="1800" dirty="0"/>
              <a:t>Bore Ang = 19</a:t>
            </a:r>
          </a:p>
          <a:p>
            <a:pPr lvl="1"/>
            <a:r>
              <a:rPr lang="en-US" sz="1800" dirty="0"/>
              <a:t>Alt = 3.5km</a:t>
            </a:r>
          </a:p>
          <a:p>
            <a:r>
              <a:rPr lang="en-US" sz="2200" dirty="0"/>
              <a:t>An </a:t>
            </a:r>
            <a:r>
              <a:rPr lang="en-US" sz="2200" b="1" dirty="0">
                <a:highlight>
                  <a:srgbClr val="FFFF00"/>
                </a:highlight>
              </a:rPr>
              <a:t>antenna elevation diameter of 0.1m </a:t>
            </a:r>
            <a:r>
              <a:rPr lang="en-US" sz="2200" dirty="0"/>
              <a:t>was chosen</a:t>
            </a:r>
          </a:p>
          <a:p>
            <a:r>
              <a:rPr lang="en-US" sz="2200" dirty="0"/>
              <a:t>Despite worse SNR, the smaller diameter improves 2 additional goals: slower antenna speed and more scans. By proxy, this also increase Pd by increasing POT and TOT</a:t>
            </a:r>
          </a:p>
          <a:p>
            <a:r>
              <a:rPr lang="en-US" sz="2200" dirty="0"/>
              <a:t>Based on the independence matrix, both azimuth diameter length and transmit power can offset the diminished SNR</a:t>
            </a:r>
          </a:p>
          <a:p>
            <a:endParaRPr lang="en-US" sz="2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7C088A-93A5-E8C8-397D-856CFF3423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427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6BDB6-A422-FA1F-B86E-0916FC29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 Dia Az vs Pd (2 of 3)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76E84-7764-C0A6-66BD-83DEF2E718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Fixed</a:t>
            </a:r>
          </a:p>
          <a:p>
            <a:pPr lvl="1"/>
            <a:r>
              <a:rPr lang="en-US" sz="1400" dirty="0"/>
              <a:t>Graze Ang = 19 deg</a:t>
            </a:r>
          </a:p>
          <a:p>
            <a:pPr lvl="1"/>
            <a:r>
              <a:rPr lang="en-US" sz="1400" dirty="0" err="1"/>
              <a:t>Xmt</a:t>
            </a:r>
            <a:r>
              <a:rPr lang="en-US" sz="1400" dirty="0"/>
              <a:t> </a:t>
            </a:r>
            <a:r>
              <a:rPr lang="en-US" sz="1400" dirty="0" err="1"/>
              <a:t>Pwr</a:t>
            </a:r>
            <a:r>
              <a:rPr lang="en-US" sz="1400" dirty="0"/>
              <a:t> = 400 W</a:t>
            </a:r>
          </a:p>
          <a:p>
            <a:pPr lvl="1"/>
            <a:r>
              <a:rPr lang="en-US" sz="1400" dirty="0"/>
              <a:t>El Dia = 0.1m</a:t>
            </a:r>
          </a:p>
          <a:p>
            <a:pPr lvl="1"/>
            <a:r>
              <a:rPr lang="en-US" sz="1400" dirty="0" err="1"/>
              <a:t>Xmt</a:t>
            </a:r>
            <a:r>
              <a:rPr lang="en-US" sz="1400" dirty="0"/>
              <a:t> Tau = 0.095us</a:t>
            </a:r>
          </a:p>
          <a:p>
            <a:pPr lvl="1"/>
            <a:r>
              <a:rPr lang="en-US" sz="1400" dirty="0"/>
              <a:t>Alt = 3.5km</a:t>
            </a:r>
          </a:p>
          <a:p>
            <a:r>
              <a:rPr lang="en-US" dirty="0"/>
              <a:t>For a fix input power, the frequency with the smallest diameter azimuth dimension is 90GHz</a:t>
            </a:r>
          </a:p>
          <a:p>
            <a:endParaRPr lang="en-US" dirty="0"/>
          </a:p>
          <a:p>
            <a:endParaRPr lang="en-US" sz="18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4D0BBB8-3A8C-59CD-3BBC-2F3A1D0C79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36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E8C7C-72A2-4DEE-C86F-7B3F4D5B6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Xmt</a:t>
            </a:r>
            <a:r>
              <a:rPr lang="en-US" dirty="0"/>
              <a:t> </a:t>
            </a:r>
            <a:r>
              <a:rPr lang="en-US" dirty="0" err="1"/>
              <a:t>Pwr</a:t>
            </a:r>
            <a:r>
              <a:rPr lang="en-US" dirty="0"/>
              <a:t> vs Pd (2 of 3)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7E635A-A580-0C00-2D42-1780AD86AA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4D992-90A9-016D-742D-900CD33DE9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Fixed</a:t>
            </a:r>
            <a:r>
              <a:rPr lang="en-US" sz="1800" dirty="0"/>
              <a:t>	</a:t>
            </a:r>
          </a:p>
          <a:p>
            <a:pPr lvl="1"/>
            <a:r>
              <a:rPr lang="en-US" sz="1700" dirty="0"/>
              <a:t>Graze Ang = 19 deg</a:t>
            </a:r>
          </a:p>
          <a:p>
            <a:pPr lvl="1"/>
            <a:r>
              <a:rPr lang="en-US" sz="1700" dirty="0" err="1"/>
              <a:t>Xmt</a:t>
            </a:r>
            <a:r>
              <a:rPr lang="en-US" sz="1700" dirty="0"/>
              <a:t> </a:t>
            </a:r>
            <a:r>
              <a:rPr lang="en-US" sz="1700" dirty="0" err="1"/>
              <a:t>Pwr</a:t>
            </a:r>
            <a:r>
              <a:rPr lang="en-US" sz="1700" dirty="0"/>
              <a:t> = 400 W</a:t>
            </a:r>
          </a:p>
          <a:p>
            <a:pPr lvl="1"/>
            <a:r>
              <a:rPr lang="en-US" sz="1700" dirty="0"/>
              <a:t>El Dia = 0.1m</a:t>
            </a:r>
          </a:p>
          <a:p>
            <a:pPr lvl="1"/>
            <a:r>
              <a:rPr lang="en-US" sz="1700" dirty="0"/>
              <a:t>Az Dia = 0.25m</a:t>
            </a:r>
          </a:p>
          <a:p>
            <a:pPr lvl="1"/>
            <a:r>
              <a:rPr lang="en-US" sz="1700" dirty="0" err="1"/>
              <a:t>Xmt</a:t>
            </a:r>
            <a:r>
              <a:rPr lang="en-US" sz="1700" dirty="0"/>
              <a:t> Tau = 0.095us</a:t>
            </a:r>
          </a:p>
          <a:p>
            <a:pPr lvl="1"/>
            <a:r>
              <a:rPr lang="en-US" sz="1700" dirty="0"/>
              <a:t>Alt = 3.5km</a:t>
            </a:r>
          </a:p>
          <a:p>
            <a:r>
              <a:rPr lang="en-US" dirty="0"/>
              <a:t>Once again, 90GHz is the first (and only) frequency to become complaint for the previously established inputs</a:t>
            </a:r>
          </a:p>
          <a:p>
            <a:r>
              <a:rPr lang="en-US" dirty="0"/>
              <a:t>Using the plots as a baseline and trial-and-error for refinement, a </a:t>
            </a:r>
            <a:r>
              <a:rPr lang="en-US" b="1" dirty="0">
                <a:highlight>
                  <a:srgbClr val="FFFF00"/>
                </a:highlight>
              </a:rPr>
              <a:t>transmit power of 650W and azimuth diameter of 0.25m </a:t>
            </a:r>
            <a:r>
              <a:rPr lang="en-US" dirty="0"/>
              <a:t>appeared to be the optimal combination</a:t>
            </a:r>
          </a:p>
          <a:p>
            <a:r>
              <a:rPr lang="en-US" dirty="0"/>
              <a:t>Additionally, a </a:t>
            </a:r>
            <a:r>
              <a:rPr lang="en-US" b="1" dirty="0">
                <a:highlight>
                  <a:srgbClr val="FFFF00"/>
                </a:highlight>
              </a:rPr>
              <a:t>frequency of 90GHz </a:t>
            </a:r>
            <a:r>
              <a:rPr lang="en-US" dirty="0"/>
              <a:t>was chosen, since reach compliance while optimizing for goals</a:t>
            </a:r>
          </a:p>
        </p:txBody>
      </p:sp>
    </p:spTree>
    <p:extLst>
      <p:ext uri="{BB962C8B-B14F-4D97-AF65-F5344CB8AC3E}">
        <p14:creationId xmlns:p14="http://schemas.microsoft.com/office/powerpoint/2010/main" val="81675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62D9C-DD82-4854-39E0-1BD2AF0AD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 Beta and </a:t>
            </a:r>
            <a:r>
              <a:rPr lang="en-US" dirty="0" err="1"/>
              <a:t>Twarn</a:t>
            </a:r>
            <a:r>
              <a:rPr lang="en-US" dirty="0"/>
              <a:t> vs. 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039AD-4C9F-F042-1958-271410BAC0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last chosen variable is the fore look beta angle, as it is mostly independent of the other variables</a:t>
            </a:r>
          </a:p>
          <a:p>
            <a:r>
              <a:rPr lang="en-US" dirty="0"/>
              <a:t>The variables are inversely related</a:t>
            </a:r>
          </a:p>
          <a:p>
            <a:r>
              <a:rPr lang="en-US" dirty="0"/>
              <a:t>Since both goals are equally weighted, an azimuth beta that achieved 100% of </a:t>
            </a:r>
            <a:r>
              <a:rPr lang="en-US" dirty="0" err="1"/>
              <a:t>Twarn</a:t>
            </a:r>
            <a:r>
              <a:rPr lang="en-US" dirty="0"/>
              <a:t> was chosen at the cost of 12% reduction in my Swath Width goal</a:t>
            </a:r>
          </a:p>
          <a:p>
            <a:r>
              <a:rPr lang="en-US" dirty="0"/>
              <a:t>The final </a:t>
            </a:r>
            <a:r>
              <a:rPr lang="en-US" b="1" dirty="0">
                <a:highlight>
                  <a:srgbClr val="FFFF00"/>
                </a:highlight>
              </a:rPr>
              <a:t>azimuth beta value was 55 degrees </a:t>
            </a:r>
            <a:r>
              <a:rPr lang="en-US" dirty="0"/>
              <a:t>to </a:t>
            </a:r>
            <a:r>
              <a:rPr lang="en-US" i="1" dirty="0"/>
              <a:t>guarantee </a:t>
            </a:r>
            <a:r>
              <a:rPr lang="en-US" dirty="0"/>
              <a:t> 100% of the goal and to offset minor changes to other variables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DC7159E-F7E2-D2EF-6B68-1981F4E917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97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32023-2C75-AEDF-1A5E-ED6CFFF2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Input Consideration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16ABAF-3CC9-CB18-57C3-71E5A9DDE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Antenna spin rate was chosen to be 5% above the absolute minimum spin rate</a:t>
            </a:r>
          </a:p>
          <a:p>
            <a:pPr lvl="1"/>
            <a:r>
              <a:rPr lang="en-US" dirty="0"/>
              <a:t>Low spin rate is </a:t>
            </a:r>
            <a:r>
              <a:rPr lang="en-US" i="1" dirty="0"/>
              <a:t>always good</a:t>
            </a:r>
            <a:r>
              <a:rPr lang="en-US" dirty="0"/>
              <a:t> for Pd and Dopper and help reach the goal</a:t>
            </a:r>
          </a:p>
          <a:p>
            <a:r>
              <a:rPr lang="en-US" dirty="0"/>
              <a:t>PRF was chosen to be 5% less than the absolute maximum</a:t>
            </a:r>
          </a:p>
          <a:p>
            <a:pPr lvl="1"/>
            <a:r>
              <a:rPr lang="en-US" dirty="0"/>
              <a:t>Similar to antenna spin, more PRF is always good for Pd and Doppler, but has hardware and single pulse limits that must be accounted for</a:t>
            </a:r>
          </a:p>
          <a:p>
            <a:r>
              <a:rPr lang="en-US" dirty="0"/>
              <a:t>Pulse compression and 2 stage doppler were not considered, since the design was compliant and the goal percentages were acceptable without them</a:t>
            </a:r>
          </a:p>
          <a:p>
            <a:r>
              <a:rPr lang="en-US" dirty="0" err="1"/>
              <a:t>Xmt</a:t>
            </a:r>
            <a:r>
              <a:rPr lang="en-US" dirty="0"/>
              <a:t> Pulse Width was set to 0.095us to maximize doppler precision goal</a:t>
            </a:r>
          </a:p>
          <a:p>
            <a:r>
              <a:rPr lang="en-US" dirty="0"/>
              <a:t>The number of scans started at 3 and was gradually increased until the design fell out of compliance.</a:t>
            </a:r>
          </a:p>
          <a:p>
            <a:pPr lvl="1"/>
            <a:r>
              <a:rPr lang="en-US" dirty="0"/>
              <a:t>Final # of scan was 7</a:t>
            </a:r>
          </a:p>
        </p:txBody>
      </p:sp>
    </p:spTree>
    <p:extLst>
      <p:ext uri="{BB962C8B-B14F-4D97-AF65-F5344CB8AC3E}">
        <p14:creationId xmlns:p14="http://schemas.microsoft.com/office/powerpoint/2010/main" val="1653160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E0B79-0B2D-E372-AA02-2C3E29BCB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Doppler Analysis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FECD25D9-6E14-A868-A003-CFF4DEB11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3286"/>
            <a:ext cx="10515600" cy="405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78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6D45C-3CD3-2EEF-38D9-3CA32FE8A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Radar Performance Results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59C480A-12D9-A73B-2D80-77F34512EB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291500"/>
              </p:ext>
            </p:extLst>
          </p:nvPr>
        </p:nvGraphicFramePr>
        <p:xfrm>
          <a:off x="2653241" y="1429278"/>
          <a:ext cx="5635625" cy="519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124645" imgH="4724636" progId="Excel.Sheet.12">
                  <p:embed/>
                </p:oleObj>
              </mc:Choice>
              <mc:Fallback>
                <p:oleObj name="Worksheet" r:id="rId2" imgW="5124645" imgH="4724636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59C480A-12D9-A73B-2D80-77F34512EB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53241" y="1429278"/>
                        <a:ext cx="5635625" cy="519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3276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5CF14-17D7-80C3-4B72-783246766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 Compliance Matrix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96B39C9-8CFF-7EF7-710A-8A18D3676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135166"/>
              </p:ext>
            </p:extLst>
          </p:nvPr>
        </p:nvGraphicFramePr>
        <p:xfrm>
          <a:off x="1181100" y="1946275"/>
          <a:ext cx="9409113" cy="382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187979" imgH="2920882" progId="Excel.Sheet.12">
                  <p:embed/>
                </p:oleObj>
              </mc:Choice>
              <mc:Fallback>
                <p:oleObj name="Worksheet" r:id="rId2" imgW="7187979" imgH="2920882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96B39C9-8CFF-7EF7-710A-8A18D36763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81100" y="1946275"/>
                        <a:ext cx="9409113" cy="3824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2BA6AB4-18B5-AA08-6FCE-B4C4E65AE4C8}"/>
              </a:ext>
            </a:extLst>
          </p:cNvPr>
          <p:cNvSpPr txBox="1"/>
          <p:nvPr/>
        </p:nvSpPr>
        <p:spPr>
          <a:xfrm>
            <a:off x="9700278" y="416966"/>
            <a:ext cx="21576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margins for compliance specs are positive (green), so design is compliant </a:t>
            </a:r>
          </a:p>
        </p:txBody>
      </p:sp>
    </p:spTree>
    <p:extLst>
      <p:ext uri="{BB962C8B-B14F-4D97-AF65-F5344CB8AC3E}">
        <p14:creationId xmlns:p14="http://schemas.microsoft.com/office/powerpoint/2010/main" val="3772106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CB92A-259A-D937-AFCF-B3BBA5F38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7D808-D4B7-70D7-0B2E-474F00E63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find optimal radar design parameters, an independence matrix was created to find the variables that needed to be optimized first</a:t>
            </a:r>
          </a:p>
          <a:p>
            <a:pPr lvl="1"/>
            <a:r>
              <a:rPr lang="en-US" dirty="0"/>
              <a:t>In this case, Pd and Doppler precision, which are functions SNR</a:t>
            </a:r>
          </a:p>
          <a:p>
            <a:r>
              <a:rPr lang="en-US" dirty="0"/>
              <a:t>Plots of the variables and their effect of SNR were shown</a:t>
            </a:r>
          </a:p>
          <a:p>
            <a:pPr lvl="1"/>
            <a:r>
              <a:rPr lang="en-US" dirty="0"/>
              <a:t>Values were chosen to maximize SNR</a:t>
            </a:r>
          </a:p>
          <a:p>
            <a:pPr lvl="1"/>
            <a:r>
              <a:rPr lang="en-US" dirty="0"/>
              <a:t>If SNR was not maximized, a different justification, usually pertaining to other goals, was provided</a:t>
            </a:r>
          </a:p>
          <a:p>
            <a:r>
              <a:rPr lang="en-US" dirty="0"/>
              <a:t>Doppler analysis showed all cases would be satisfied by the doppler precision and PRF of the design</a:t>
            </a:r>
          </a:p>
          <a:p>
            <a:r>
              <a:rPr lang="en-US" dirty="0"/>
              <a:t>The compliance matrix showed that the design is fully compliant</a:t>
            </a:r>
          </a:p>
          <a:p>
            <a:r>
              <a:rPr lang="en-US" dirty="0"/>
              <a:t>The final goal percentage was </a:t>
            </a:r>
            <a:r>
              <a:rPr lang="en-US" dirty="0">
                <a:highlight>
                  <a:srgbClr val="FFFF00"/>
                </a:highlight>
              </a:rPr>
              <a:t>~75% of all goals accomplished</a:t>
            </a:r>
          </a:p>
        </p:txBody>
      </p:sp>
    </p:spTree>
    <p:extLst>
      <p:ext uri="{BB962C8B-B14F-4D97-AF65-F5344CB8AC3E}">
        <p14:creationId xmlns:p14="http://schemas.microsoft.com/office/powerpoint/2010/main" val="3979858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1067</Words>
  <Application>Microsoft Office PowerPoint</Application>
  <PresentationFormat>Widescreen</PresentationFormat>
  <Paragraphs>226</Paragraphs>
  <Slides>16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Office Theme</vt:lpstr>
      <vt:lpstr>Microsoft Excel Worksheet</vt:lpstr>
      <vt:lpstr>Radar Trade Study Analysis</vt:lpstr>
      <vt:lpstr>Final Inputs</vt:lpstr>
      <vt:lpstr>Meta Analysis: Parameter Independence</vt:lpstr>
      <vt:lpstr>Meta Analysis: Parameter Independence</vt:lpstr>
      <vt:lpstr>SNR vs. Boresight Grazing Angle</vt:lpstr>
      <vt:lpstr>Path Loss vs. Grazing Angle</vt:lpstr>
      <vt:lpstr>Swath Width vs. Grazing Angle</vt:lpstr>
      <vt:lpstr>Ant Dia El vs. Ant Footprint Length</vt:lpstr>
      <vt:lpstr>Ant Dia Az vs Pd (2 of 3)</vt:lpstr>
      <vt:lpstr>Xmt Pwr vs Pd (2 of 3)</vt:lpstr>
      <vt:lpstr>Az Beta and Twarn vs. S</vt:lpstr>
      <vt:lpstr>Additional Input Consideration</vt:lpstr>
      <vt:lpstr>Doppler Analysis</vt:lpstr>
      <vt:lpstr>Additional Radar Performance Results</vt:lpstr>
      <vt:lpstr>Specification Compliance Matrix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Sally</dc:creator>
  <cp:lastModifiedBy>Nicholas Sally</cp:lastModifiedBy>
  <cp:revision>1</cp:revision>
  <dcterms:created xsi:type="dcterms:W3CDTF">2026-04-03T14:57:11Z</dcterms:created>
  <dcterms:modified xsi:type="dcterms:W3CDTF">2026-04-20T05:37:09Z</dcterms:modified>
</cp:coreProperties>
</file>